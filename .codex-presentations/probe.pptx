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a8b3b51cd84379" /><Relationship Type="http://schemas.openxmlformats.org/officeDocument/2006/relationships/extended-properties" Target="/docProps/app.xml" Id="R243992d186d14821" /><Relationship Type="http://schemas.openxmlformats.org/officeDocument/2006/relationships/officeDocument" Target="/ppt/presentation.xml" Id="R49665c8838f745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ebbfcdea9f4a26"/>
  </p:sldMasterIdLst>
  <p:notesMasterIdLst>
    <p:notesMasterId xmlns:r="http://schemas.openxmlformats.org/officeDocument/2006/relationships" r:id="R4d0a6cad92b248dc"/>
  </p:notesMasterIdLst>
  <p:sldIdLst>
    <p:sldId xmlns:r="http://schemas.openxmlformats.org/officeDocument/2006/relationships" id="256" r:id="R20a8c90ad41f4f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f329ff6d1645c2" /><Relationship Type="http://schemas.openxmlformats.org/officeDocument/2006/relationships/slideMaster" Target="/ppt/slideMasters/slideMaster1.xml" Id="R5eebbfcdea9f4a26" /><Relationship Type="http://schemas.openxmlformats.org/officeDocument/2006/relationships/notesMaster" Target="/ppt/notesMasters/notesMaster1.xml" Id="R4d0a6cad92b248dc" /><Relationship Type="http://schemas.openxmlformats.org/officeDocument/2006/relationships/presProps" Target="/ppt/presProps.xml" Id="R03aec14873f846d8" /><Relationship Type="http://schemas.openxmlformats.org/officeDocument/2006/relationships/tableStyles" Target="/ppt/tableStyles.xml" Id="R2cdea01853784670" /><Relationship Type="http://schemas.openxmlformats.org/officeDocument/2006/relationships/slide" Target="/ppt/slides/slide1.xml" Id="R20a8c90ad41f4f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8ad58dc7e34b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cd85f6b36d4ccd" /><Relationship Type="http://schemas.openxmlformats.org/officeDocument/2006/relationships/notesMaster" Target="/ppt/notesMasters/notesMaster1.xml" Id="R9c1c775e06a248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测试中文字体渲染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4d2893402940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1851a94904e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8b15bd0334b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4262bcb734f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8c6d018924a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722a0841649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BE69A9-6F23-4361-8C76-C838DCDE7D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7FE8C6-3128-4DEE-AB4D-F361810BA9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D8D292-239F-4967-A808-2C83176038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FA515A-3FA8-4D92-80F4-A3EB84009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E185805-9A85-4057-BA23-4C86082DF8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B6D67E-6617-43DA-8842-6A3690AE4F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F64FAA-958A-40BC-8191-B3678E6CBC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ADDA7A-2640-4F68-9014-E18388F2CC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07DA14-3454-4B22-AE14-695BCE946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766485-E988-4118-9D8F-B579E68DFF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750c7fa6e04818" /><Relationship Type="http://schemas.openxmlformats.org/officeDocument/2006/relationships/slideLayout" Target="/ppt/slideLayouts/slideLayout1.xml" Id="Rf382210f7f6945ec" /><Relationship Type="http://schemas.openxmlformats.org/officeDocument/2006/relationships/slideLayout" Target="/ppt/slideLayouts/slideLayout2.xml" Id="Re577c87f7e874812" /><Relationship Type="http://schemas.openxmlformats.org/officeDocument/2006/relationships/slideLayout" Target="/ppt/slideLayouts/slideLayout3.xml" Id="R7d942b9b2947466d" /><Relationship Type="http://schemas.openxmlformats.org/officeDocument/2006/relationships/slideLayout" Target="/ppt/slideLayouts/slideLayout4.xml" Id="Rc9adfb41eff644db" /><Relationship Type="http://schemas.openxmlformats.org/officeDocument/2006/relationships/slideLayout" Target="/ppt/slideLayouts/slideLayout5.xml" Id="Rb6b842d0985a486b" /><Relationship Type="http://schemas.openxmlformats.org/officeDocument/2006/relationships/slideLayout" Target="/ppt/slideLayouts/slideLayout6.xml" Id="Raaca390720354c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82210f7f6945ec"/>
    <p:sldLayoutId xmlns:r="http://schemas.openxmlformats.org/officeDocument/2006/relationships" id="2147483650" r:id="Re577c87f7e874812"/>
    <p:sldLayoutId xmlns:r="http://schemas.openxmlformats.org/officeDocument/2006/relationships" id="2147483651" r:id="R7d942b9b2947466d"/>
    <p:sldLayoutId xmlns:r="http://schemas.openxmlformats.org/officeDocument/2006/relationships" id="2147483652" r:id="Rc9adfb41eff644db"/>
    <p:sldLayoutId xmlns:r="http://schemas.openxmlformats.org/officeDocument/2006/relationships" id="2147483653" r:id="Rb6b842d0985a486b"/>
    <p:sldLayoutId xmlns:r="http://schemas.openxmlformats.org/officeDocument/2006/relationships" id="2147483654" r:id="Raaca390720354c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de6ff9999d4ed2" /><Relationship Type="http://schemas.openxmlformats.org/officeDocument/2006/relationships/notesSlide" Target="/ppt/notesSlides/notesSlide1.xml" Id="R958976d95f8443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86086-2780-486C-BBEA-1E55CF4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面向多 Agent 的交互式绘图服务</a:t>
            </a:r>
          </a:p>
        </p:txBody>
      </p:sp>
    </p:spTree>
    <p:extLst>
      <p:ext uri="{BB962C8B-B14F-4D97-AF65-F5344CB8AC3E}">
        <p14:creationId xmlns:p14="http://schemas.microsoft.com/office/powerpoint/2010/main" val="584197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2026-10-15T06:11:49.3260000Z</dcterms:created>
  <dcterms:modified xsi:type="dcterms:W3CDTF">2026-10-15T06:11:49.3260000Z</dcterms:modified>
</coreProperties>
</file>